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097280" cy="54864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未来十年最值得关注的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C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五大科技趋势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· Quantum Computing · Biotechnology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Energy · Space Commercialization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1D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2036 科技趋势洞察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719072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人工智能与通用智能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从专用AI到AGI的跨越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1719072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量子计算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4068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突破经典计算瓶颈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2816352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生物技术与基因编辑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精准医疗与生命重塑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64608" y="2816352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可持续能源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4068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清洁能源与绿色转型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913632"/>
            <a:ext cx="457200" cy="4572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太空商业化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3444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从近地轨道到星际探索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人工智能与通用智能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Narrow AI to Artificial General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8288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人工智能：从专用到通用</a:t>
            </a:r>
            <a:endParaRPr lang="en-US" sz="3000" dirty="0"/>
          </a:p>
        </p:txBody>
      </p:sp>
      <p:pic>
        <p:nvPicPr>
          <p:cNvPr id="5" name="Image 0" descr="imgs/img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4864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全球AI市场规模预计达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1.8万亿美元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AGI（通用人工智能）研究进入加速期，大模型涌现能力持续突破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多模态AI深度融合：文本、图像、语音、视频统一理解与生成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Agent成为新范式：从被动问答到自主规划与执行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具身智能崛起：AI与大模型结合，赋予机器人环境感知与操作能力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量子计算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Computing: Beyond Moore's Law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8288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量子计算：破解经典难题</a:t>
            </a:r>
            <a:endParaRPr lang="en-US" sz="3000" dirty="0"/>
          </a:p>
        </p:txBody>
      </p:sp>
      <p:pic>
        <p:nvPicPr>
          <p:cNvPr id="5" name="Image 0" descr="imgs/img-quant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4864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1000x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在特定问题上超越经典超级计算机的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计算速度提升倍数（量子优越性）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药物研发：分子模拟与蛋白质折叠预测，缩短新药开发周期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密码学：量子密钥分发（QKD）实现理论上不可破解的通信安全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金融建模：蒙特卡洛模拟加速，投资组合优化与风险评估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材料科学：高温超导材料设计、电池技术突破的加速器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生物技术与基因编辑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Biotechnology &amp; Gene Editing: Reshaping Life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8288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生物技术：重写生命代码</a:t>
            </a:r>
            <a:endParaRPr lang="en-US" sz="3000" dirty="0"/>
          </a:p>
        </p:txBody>
      </p:sp>
      <p:pic>
        <p:nvPicPr>
          <p:cNvPr id="5" name="Image 0" descr="imgs/img-bio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4864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CRISPR基因编辑技术的临床应用成功率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预计将在2030年前达到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基因治疗：遗传病（如镰刀贫血、囊性纤维化）实现功能性治愈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合成生物学：微生物工厂生产生物燃料、可降解材料与定制化学品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个性化医疗：基于个体基因组信息的精准用药与癌症免疫疗法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脑机接口：神经修复与认知增强，重建运动与感知能力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可持续能源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Energy: Powering a Green Future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8288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可持续能源：全球绿色转型</a:t>
            </a:r>
            <a:endParaRPr lang="en-US" sz="3000" dirty="0"/>
          </a:p>
        </p:txBody>
      </p:sp>
      <p:pic>
        <p:nvPicPr>
          <p:cNvPr id="5" name="Image 0" descr="imgs/img-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4864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可再生能源占全球新增发电装机的比例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（2024年数据，持续攀升中）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新一代光伏：钙钛矿太阳能电池效率突破30%，成本进一步下降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固态电池：能量密度翻倍，解决电动车续航焦虑与安全瓶颈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绿氢经济：电解水制氢规模化，助力重工业脱碳与航运替代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智能电网：AI调度+储能系统，实现风光发电的稳定并网与消纳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太空商业化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Commercialization: The New Frontier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828800" cy="36576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8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太空商业化：开启新边疆</a:t>
            </a:r>
            <a:endParaRPr lang="en-US" sz="3000" dirty="0"/>
          </a:p>
        </p:txBody>
      </p:sp>
      <p:pic>
        <p:nvPicPr>
          <p:cNvPr id="5" name="Image 0" descr="imgs/img-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4864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$1T+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2040年全球太空经济市场规模预测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（目前约$4000亿，十年复合增速超12%）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可重复使用火箭：发射成本降低90%，商业航天门槛大幅降低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太空制造：微重力环境下生产高纯度光纤、药物晶体与特殊合金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太空旅游：亚轨道飞行商业化，从冒险进入常规消费领域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1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月球与火星基地：各国竞争与合作并存的下一个人类前哨站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未来十年最值得关注的五大科技趋势</dc:title>
  <dc:subject>PptxGenJS Presentation</dc:subject>
  <dc:creator>Agnes AI</dc:creator>
  <cp:lastModifiedBy>Agnes AI</cp:lastModifiedBy>
  <cp:revision>1</cp:revision>
  <dcterms:created xsi:type="dcterms:W3CDTF">2026-08-14T10:05:35Z</dcterms:created>
  <dcterms:modified xsi:type="dcterms:W3CDTF">2026-08-14T10:05:35Z</dcterms:modified>
</cp:coreProperties>
</file>